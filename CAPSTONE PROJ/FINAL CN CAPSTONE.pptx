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12192000"/>
  <p:embeddedFontLs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old" panose="02000000000000000000" charset="0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37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182910"/>
            <a:ext cx="10869017" cy="1837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8826" y="2433353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CSA0704</a:t>
            </a:r>
          </a:p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COMPUTER NETWORKS</a:t>
            </a:r>
          </a:p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CAPSTONE PROJECT  </a:t>
            </a:r>
            <a:endParaRPr lang="en-US" sz="1467" dirty="0"/>
          </a:p>
        </p:txBody>
      </p:sp>
      <p:sp>
        <p:nvSpPr>
          <p:cNvPr id="4" name="Text 1"/>
          <p:cNvSpPr/>
          <p:nvPr/>
        </p:nvSpPr>
        <p:spPr>
          <a:xfrm>
            <a:off x="1685683" y="3650189"/>
            <a:ext cx="8969068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Automated Classroom Attendance </a:t>
            </a:r>
          </a:p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          Data Transfer System</a:t>
            </a:r>
          </a:p>
        </p:txBody>
      </p:sp>
      <p:sp>
        <p:nvSpPr>
          <p:cNvPr id="5" name="Text 2"/>
          <p:cNvSpPr/>
          <p:nvPr/>
        </p:nvSpPr>
        <p:spPr>
          <a:xfrm>
            <a:off x="356693" y="4900415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endParaRPr lang="en-US" sz="1467" dirty="0"/>
          </a:p>
        </p:txBody>
      </p:sp>
      <p:sp>
        <p:nvSpPr>
          <p:cNvPr id="6" name="Text 3"/>
          <p:cNvSpPr/>
          <p:nvPr/>
        </p:nvSpPr>
        <p:spPr>
          <a:xfrm>
            <a:off x="356693" y="5585520"/>
            <a:ext cx="58135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PRESENTED BY</a:t>
            </a: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[ P.V. GIRIDHAR ]</a:t>
            </a:r>
          </a:p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       [ROHITH S]</a:t>
            </a:r>
          </a:p>
          <a:p>
            <a:pPr algn="ctr">
              <a:lnSpc>
                <a:spcPct val="133000"/>
              </a:lnSpc>
            </a:pP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                            [ M ABDUL RAHMAN ] 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6028135" y="5585520"/>
            <a:ext cx="58135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GUIDED BY</a:t>
            </a:r>
            <a:r>
              <a:rPr lang="en-US" sz="1467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[ Dr. JAISHARMA K]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219F2-E442-56E3-3ED8-6411F6CDD22D}"/>
              </a:ext>
            </a:extLst>
          </p:cNvPr>
          <p:cNvSpPr txBox="1"/>
          <p:nvPr/>
        </p:nvSpPr>
        <p:spPr>
          <a:xfrm>
            <a:off x="4026876" y="327476"/>
            <a:ext cx="4138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ptos" panose="020B0004020202020204" pitchFamily="34" charset="0"/>
              </a:rPr>
              <a:t>TABLE OF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23CDF-0A1D-6681-3800-6FEC0C80E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C97FD6-9B45-DCA2-4D09-5FE33FE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42411"/>
            <a:ext cx="1084590" cy="96180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B378BB-ADA7-CE26-D94E-E81F4D777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84776"/>
              </p:ext>
            </p:extLst>
          </p:nvPr>
        </p:nvGraphicFramePr>
        <p:xfrm>
          <a:off x="1377460" y="1304514"/>
          <a:ext cx="9437077" cy="457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77">
                  <a:extLst>
                    <a:ext uri="{9D8B030D-6E8A-4147-A177-3AD203B41FA5}">
                      <a16:colId xmlns:a16="http://schemas.microsoft.com/office/drawing/2014/main" val="1015539869"/>
                    </a:ext>
                  </a:extLst>
                </a:gridCol>
              </a:tblGrid>
              <a:tr h="571826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                                               </a:t>
                      </a:r>
                      <a:r>
                        <a:rPr lang="en-IN" sz="2400" dirty="0">
                          <a:latin typeface="Aptos Display" panose="020B0004020202020204" pitchFamily="34" charset="0"/>
                        </a:rPr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264145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68211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Module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20578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Module 1 – Cisco Network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154572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Module 2 – Attendance Record Transfer Using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747306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Module 3 – C-Based Data Integrity Check Using Wireshark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39794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57161"/>
                  </a:ext>
                </a:extLst>
              </a:tr>
              <a:tr h="57182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 Display" panose="020B0004020202020204" pitchFamily="34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235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24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531A3-C24A-5641-5063-7603469C82EF}"/>
              </a:ext>
            </a:extLst>
          </p:cNvPr>
          <p:cNvSpPr txBox="1"/>
          <p:nvPr/>
        </p:nvSpPr>
        <p:spPr>
          <a:xfrm>
            <a:off x="4208585" y="358244"/>
            <a:ext cx="3774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6A4D-2AFD-4043-C088-C77220A6B993}"/>
              </a:ext>
            </a:extLst>
          </p:cNvPr>
          <p:cNvSpPr txBox="1"/>
          <p:nvPr/>
        </p:nvSpPr>
        <p:spPr>
          <a:xfrm>
            <a:off x="717620" y="1475327"/>
            <a:ext cx="1075675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project implements an </a:t>
            </a:r>
            <a:r>
              <a:rPr lang="en-IN" sz="2400" b="1" dirty="0">
                <a:latin typeface="Aptos Display" panose="020B0004020202020204" pitchFamily="34" charset="0"/>
              </a:rPr>
              <a:t>automated system for transferring classroom attendance records</a:t>
            </a:r>
            <a:r>
              <a:rPr lang="en-IN" sz="2400" dirty="0">
                <a:latin typeface="Aptos Display" panose="020B0004020202020204" pitchFamily="34" charset="0"/>
              </a:rPr>
              <a:t> to a central department 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system combines </a:t>
            </a:r>
            <a:r>
              <a:rPr lang="en-IN" sz="2400" b="1" dirty="0">
                <a:latin typeface="Aptos Display" panose="020B0004020202020204" pitchFamily="34" charset="0"/>
              </a:rPr>
              <a:t>network design, socket-based data transfer and data integrity verification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Cisco Packet Tracer is used to design a network connecting </a:t>
            </a:r>
            <a:r>
              <a:rPr lang="en-IN" sz="2400" b="1" dirty="0">
                <a:latin typeface="Aptos Display" panose="020B0004020202020204" pitchFamily="34" charset="0"/>
              </a:rPr>
              <a:t>multiple classrooms across two floors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Python client-server program transfers attendance records in a structured </a:t>
            </a:r>
            <a:r>
              <a:rPr lang="en-IN" sz="2400" b="1" dirty="0">
                <a:latin typeface="Aptos Display" panose="020B0004020202020204" pitchFamily="34" charset="0"/>
              </a:rPr>
              <a:t>CSV format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C program uses </a:t>
            </a:r>
            <a:r>
              <a:rPr lang="en-IN" sz="2400" b="1" dirty="0">
                <a:latin typeface="Aptos Display" panose="020B0004020202020204" pitchFamily="34" charset="0"/>
              </a:rPr>
              <a:t>checksum verification</a:t>
            </a:r>
            <a:r>
              <a:rPr lang="en-IN" sz="2400" dirty="0">
                <a:latin typeface="Aptos Display" panose="020B0004020202020204" pitchFamily="34" charset="0"/>
              </a:rPr>
              <a:t> to detect errors or corruption during transmission.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Wireshark is used to </a:t>
            </a:r>
            <a:r>
              <a:rPr lang="en-IN" sz="2400" b="1" dirty="0">
                <a:latin typeface="Aptos Display" panose="020B0004020202020204" pitchFamily="34" charset="0"/>
              </a:rPr>
              <a:t>observe and verify network data transfer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system provides a reliable approach for </a:t>
            </a:r>
            <a:r>
              <a:rPr lang="en-IN" sz="2400" b="1" dirty="0">
                <a:latin typeface="Aptos Display" panose="020B0004020202020204" pitchFamily="34" charset="0"/>
              </a:rPr>
              <a:t>secure and accurate attendance data management</a:t>
            </a:r>
            <a:r>
              <a:rPr lang="en-IN" sz="2000" dirty="0">
                <a:latin typeface="Aptos Display" panose="020B00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8E8857-2E1C-B734-5D27-79F51C685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0DBAB-5A86-A6C7-6BBC-3A56C1A3A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42411"/>
            <a:ext cx="1084590" cy="9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1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DC20C-4820-DA17-42DB-D1A2ABBFB78C}"/>
              </a:ext>
            </a:extLst>
          </p:cNvPr>
          <p:cNvSpPr txBox="1"/>
          <p:nvPr/>
        </p:nvSpPr>
        <p:spPr>
          <a:xfrm>
            <a:off x="3048000" y="36996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1CC28-3A72-084F-45FA-F78467D05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4351E-ABBC-E93B-10D9-AA96460D5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42411"/>
            <a:ext cx="1084590" cy="96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303AE4-6835-F9D1-B2EE-A2C5AF2B6961}"/>
              </a:ext>
            </a:extLst>
          </p:cNvPr>
          <p:cNvSpPr txBox="1"/>
          <p:nvPr/>
        </p:nvSpPr>
        <p:spPr>
          <a:xfrm>
            <a:off x="1145930" y="1481188"/>
            <a:ext cx="99001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Manual attendance collection and transfer can be </a:t>
            </a:r>
            <a:r>
              <a:rPr lang="en-IN" sz="2400" b="1" dirty="0">
                <a:latin typeface="Aptos Display" panose="020B0004020202020204" pitchFamily="34" charset="0"/>
              </a:rPr>
              <a:t>time-consuming and prone to data errors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An automated network-based solution enables attendance records to be </a:t>
            </a:r>
            <a:r>
              <a:rPr lang="en-IN" sz="2400" b="1" dirty="0">
                <a:latin typeface="Aptos Display" panose="020B0004020202020204" pitchFamily="34" charset="0"/>
              </a:rPr>
              <a:t>transferred directly from classrooms to a central server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proposed system connects classroom computers through a </a:t>
            </a:r>
            <a:r>
              <a:rPr lang="en-IN" sz="2400" b="1" dirty="0">
                <a:latin typeface="Aptos Display" panose="020B0004020202020204" pitchFamily="34" charset="0"/>
              </a:rPr>
              <a:t>centralized department network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Attendance data is transferred using </a:t>
            </a:r>
            <a:r>
              <a:rPr lang="en-IN" sz="2400" b="1" dirty="0">
                <a:latin typeface="Aptos Display" panose="020B0004020202020204" pitchFamily="34" charset="0"/>
              </a:rPr>
              <a:t>Python socket programming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Data integrity is verified using a </a:t>
            </a:r>
            <a:r>
              <a:rPr lang="en-IN" sz="2400" b="1" dirty="0">
                <a:latin typeface="Aptos Display" panose="020B0004020202020204" pitchFamily="34" charset="0"/>
              </a:rPr>
              <a:t>checksum mechanism implemented in C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Wireshark provides network-level verification of the </a:t>
            </a:r>
            <a:r>
              <a:rPr lang="en-IN" sz="2400" b="1" dirty="0">
                <a:latin typeface="Aptos Display" panose="020B0004020202020204" pitchFamily="34" charset="0"/>
              </a:rPr>
              <a:t>transmitted data packets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overall system improves </a:t>
            </a:r>
            <a:r>
              <a:rPr lang="en-IN" sz="2400" b="1" dirty="0">
                <a:latin typeface="Aptos Display" panose="020B0004020202020204" pitchFamily="34" charset="0"/>
              </a:rPr>
              <a:t>reliability, efficiency and accuracy</a:t>
            </a:r>
            <a:r>
              <a:rPr lang="en-IN" sz="2400" dirty="0">
                <a:latin typeface="Aptos Display" panose="020B0004020202020204" pitchFamily="34" charset="0"/>
              </a:rPr>
              <a:t> in attendance management.</a:t>
            </a:r>
          </a:p>
        </p:txBody>
      </p:sp>
    </p:spTree>
    <p:extLst>
      <p:ext uri="{BB962C8B-B14F-4D97-AF65-F5344CB8AC3E}">
        <p14:creationId xmlns:p14="http://schemas.microsoft.com/office/powerpoint/2010/main" val="67551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8F492-8A85-55CE-75AD-5326C1233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525D2-69B9-7720-93B1-F38B7BECF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97954"/>
            <a:ext cx="1084590" cy="961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4A45E4-1EF5-F56F-391A-88C0E4526246}"/>
              </a:ext>
            </a:extLst>
          </p:cNvPr>
          <p:cNvSpPr txBox="1"/>
          <p:nvPr/>
        </p:nvSpPr>
        <p:spPr>
          <a:xfrm>
            <a:off x="2862554" y="5194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MODULE IMPLEMENTATION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EF1BC-8A2A-74A1-4FA6-8AA6D7337BB8}"/>
              </a:ext>
            </a:extLst>
          </p:cNvPr>
          <p:cNvSpPr txBox="1"/>
          <p:nvPr/>
        </p:nvSpPr>
        <p:spPr>
          <a:xfrm>
            <a:off x="879934" y="1687407"/>
            <a:ext cx="111186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The project is divided into three major modules:</a:t>
            </a:r>
          </a:p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Module 1 – Cisco Network Design</a:t>
            </a:r>
            <a:endParaRPr lang="en-IN" sz="2400" dirty="0">
              <a:latin typeface="Aptos Display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Creates the network infrastructure connecting classroom PCs to the department 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Uses a </a:t>
            </a:r>
            <a:r>
              <a:rPr lang="en-IN" sz="2400" b="1" dirty="0">
                <a:latin typeface="Aptos Display" panose="020B0004020202020204" pitchFamily="34" charset="0"/>
              </a:rPr>
              <a:t>star/extended-star topology</a:t>
            </a:r>
            <a:r>
              <a:rPr lang="en-IN" sz="2400" dirty="0">
                <a:latin typeface="Aptos Display" panose="020B0004020202020204" pitchFamily="34" charset="0"/>
              </a:rPr>
              <a:t> for reliable connectivity. </a:t>
            </a:r>
          </a:p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Module 2 – Attendance Record Transfer Program</a:t>
            </a:r>
            <a:endParaRPr lang="en-IN" sz="2400" dirty="0">
              <a:latin typeface="Aptos Display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Developed using </a:t>
            </a:r>
            <a:r>
              <a:rPr lang="en-IN" sz="2400" b="1" dirty="0">
                <a:latin typeface="Aptos Display" panose="020B0004020202020204" pitchFamily="34" charset="0"/>
              </a:rPr>
              <a:t>Python client-server socket programming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Transfers structured attendance records from classrooms to the central server. </a:t>
            </a:r>
          </a:p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Module 3 – Data Integrity Verification</a:t>
            </a:r>
            <a:endParaRPr lang="en-IN" sz="2400" dirty="0">
              <a:latin typeface="Aptos Display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Developed using </a:t>
            </a:r>
            <a:r>
              <a:rPr lang="en-IN" sz="2400" b="1" dirty="0">
                <a:latin typeface="Aptos Display" panose="020B0004020202020204" pitchFamily="34" charset="0"/>
              </a:rPr>
              <a:t>C programming and checksum verification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Detects whether attendance data has been corrupted during transmission.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 Display" panose="020B0004020202020204" pitchFamily="34" charset="0"/>
              </a:rPr>
              <a:t>Wireshark</a:t>
            </a:r>
            <a:r>
              <a:rPr lang="en-IN" sz="2400" dirty="0">
                <a:latin typeface="Aptos Display" panose="020B0004020202020204" pitchFamily="34" charset="0"/>
              </a:rPr>
              <a:t> is used to monitor and verify network communication. </a:t>
            </a:r>
          </a:p>
        </p:txBody>
      </p:sp>
    </p:spTree>
    <p:extLst>
      <p:ext uri="{BB962C8B-B14F-4D97-AF65-F5344CB8AC3E}">
        <p14:creationId xmlns:p14="http://schemas.microsoft.com/office/powerpoint/2010/main" val="229475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C909C-33A5-C61A-B484-9DF5257F1D8D}"/>
              </a:ext>
            </a:extLst>
          </p:cNvPr>
          <p:cNvSpPr txBox="1"/>
          <p:nvPr/>
        </p:nvSpPr>
        <p:spPr>
          <a:xfrm>
            <a:off x="3048000" y="358243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MODULE 1: CISCO NETWORK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F3DE2-2DCF-793D-7F91-9E158ADA9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ADC1E-955A-4299-8042-0930ED734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E9BAA4-2CDA-97D9-B560-1DAADA0D915D}"/>
              </a:ext>
            </a:extLst>
          </p:cNvPr>
          <p:cNvSpPr txBox="1"/>
          <p:nvPr/>
        </p:nvSpPr>
        <p:spPr>
          <a:xfrm>
            <a:off x="1140171" y="1842986"/>
            <a:ext cx="102019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Classroom-to-Server Network 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network is designed using </a:t>
            </a:r>
            <a:r>
              <a:rPr lang="en-IN" sz="2400" b="1" dirty="0">
                <a:latin typeface="Aptos Display" panose="020B0004020202020204" pitchFamily="34" charset="0"/>
              </a:rPr>
              <a:t>Cisco Packet Tracer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Four classroom networks are connected across </a:t>
            </a:r>
            <a:r>
              <a:rPr lang="en-IN" sz="2400" b="1" dirty="0">
                <a:latin typeface="Aptos Display" panose="020B0004020202020204" pitchFamily="34" charset="0"/>
              </a:rPr>
              <a:t>two floors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Classroom PCs communicate with a </a:t>
            </a:r>
            <a:r>
              <a:rPr lang="en-IN" sz="2400" b="1" dirty="0">
                <a:latin typeface="Aptos Display" panose="020B0004020202020204" pitchFamily="34" charset="0"/>
              </a:rPr>
              <a:t>central department server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</a:t>
            </a:r>
            <a:r>
              <a:rPr lang="en-IN" sz="2400" b="1" dirty="0">
                <a:latin typeface="Aptos Display" panose="020B0004020202020204" pitchFamily="34" charset="0"/>
              </a:rPr>
              <a:t>star/extended-star topology</a:t>
            </a:r>
            <a:r>
              <a:rPr lang="en-IN" sz="2400" dirty="0">
                <a:latin typeface="Aptos Display" panose="020B0004020202020204" pitchFamily="34" charset="0"/>
              </a:rPr>
              <a:t> is used for organized connectivity.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Network devices provide a reliable communication path between classrooms and the 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topology ensures that attendance data can be </a:t>
            </a:r>
            <a:r>
              <a:rPr lang="en-IN" sz="2400" b="1" dirty="0">
                <a:latin typeface="Aptos Display" panose="020B0004020202020204" pitchFamily="34" charset="0"/>
              </a:rPr>
              <a:t>forwarded from every classroom to the central server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design provides a foundation for the </a:t>
            </a:r>
            <a:r>
              <a:rPr lang="en-IN" sz="2400" b="1" dirty="0">
                <a:latin typeface="Aptos Display" panose="020B0004020202020204" pitchFamily="34" charset="0"/>
              </a:rPr>
              <a:t>automated attendance transfer system</a:t>
            </a:r>
            <a:r>
              <a:rPr lang="en-IN" sz="2400" dirty="0"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923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E5ABF-A80E-85AC-7263-7E0271FD9A67}"/>
              </a:ext>
            </a:extLst>
          </p:cNvPr>
          <p:cNvSpPr txBox="1"/>
          <p:nvPr/>
        </p:nvSpPr>
        <p:spPr>
          <a:xfrm>
            <a:off x="2344615" y="223391"/>
            <a:ext cx="75027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MODULE 2: ATTENDANCE RECORD TRANSFER PROGRAM USING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FA973-1EDD-8A41-D2B8-6CD3D7E3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B2C9AA-3B3A-8B87-D7B2-3B816546E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6EE4DB-73EF-2FE6-1C70-CFA8FB1AF65C}"/>
              </a:ext>
            </a:extLst>
          </p:cNvPr>
          <p:cNvSpPr txBox="1"/>
          <p:nvPr/>
        </p:nvSpPr>
        <p:spPr>
          <a:xfrm>
            <a:off x="665283" y="1629904"/>
            <a:ext cx="108614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Python Client-Server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Python-based </a:t>
            </a:r>
            <a:r>
              <a:rPr lang="en-IN" sz="2400" b="1" dirty="0">
                <a:latin typeface="Aptos Display" panose="020B0004020202020204" pitchFamily="34" charset="0"/>
              </a:rPr>
              <a:t>client-server program</a:t>
            </a:r>
            <a:r>
              <a:rPr lang="en-IN" sz="2400" dirty="0">
                <a:latin typeface="Aptos Display" panose="020B0004020202020204" pitchFamily="34" charset="0"/>
              </a:rPr>
              <a:t> is developed for attendance data transfer.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classroom acts as a </a:t>
            </a:r>
            <a:r>
              <a:rPr lang="en-IN" sz="2400" b="1" dirty="0">
                <a:latin typeface="Aptos Display" panose="020B0004020202020204" pitchFamily="34" charset="0"/>
              </a:rPr>
              <a:t>client</a:t>
            </a:r>
            <a:r>
              <a:rPr lang="en-IN" sz="2400" dirty="0">
                <a:latin typeface="Aptos Display" panose="020B0004020202020204" pitchFamily="34" charset="0"/>
              </a:rPr>
              <a:t>, while the department system acts as the </a:t>
            </a:r>
            <a:r>
              <a:rPr lang="en-IN" sz="2400" b="1" dirty="0">
                <a:latin typeface="Aptos Display" panose="020B0004020202020204" pitchFamily="34" charset="0"/>
              </a:rPr>
              <a:t>central server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Attendance records are maintained in a structured </a:t>
            </a:r>
            <a:r>
              <a:rPr lang="en-IN" sz="2400" b="1" dirty="0">
                <a:latin typeface="Aptos Display" panose="020B0004020202020204" pitchFamily="34" charset="0"/>
              </a:rPr>
              <a:t>CSV file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Each record contains information such as </a:t>
            </a:r>
            <a:r>
              <a:rPr lang="en-IN" sz="2400" b="1" dirty="0">
                <a:latin typeface="Aptos Display" panose="020B0004020202020204" pitchFamily="34" charset="0"/>
              </a:rPr>
              <a:t>Roll Number, Name and Attendance Status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client establishes a </a:t>
            </a:r>
            <a:r>
              <a:rPr lang="en-IN" sz="2400" b="1" dirty="0">
                <a:latin typeface="Aptos Display" panose="020B0004020202020204" pitchFamily="34" charset="0"/>
              </a:rPr>
              <a:t>TCP socket connection</a:t>
            </a:r>
            <a:r>
              <a:rPr lang="en-IN" sz="2400" dirty="0">
                <a:latin typeface="Aptos Display" panose="020B0004020202020204" pitchFamily="34" charset="0"/>
              </a:rPr>
              <a:t> with the 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JSON-based header carries information such as </a:t>
            </a:r>
            <a:r>
              <a:rPr lang="en-IN" sz="2400" b="1" dirty="0">
                <a:latin typeface="Aptos Display" panose="020B0004020202020204" pitchFamily="34" charset="0"/>
              </a:rPr>
              <a:t>classroom ID, sequence number, record count and file size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</a:t>
            </a:r>
            <a:r>
              <a:rPr lang="en-IN" sz="2400" b="1" dirty="0">
                <a:latin typeface="Aptos Display" panose="020B0004020202020204" pitchFamily="34" charset="0"/>
              </a:rPr>
              <a:t>CRC32 value</a:t>
            </a:r>
            <a:r>
              <a:rPr lang="en-IN" sz="2400" dirty="0">
                <a:latin typeface="Aptos Display" panose="020B0004020202020204" pitchFamily="34" charset="0"/>
              </a:rPr>
              <a:t> is included to support data integrity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server receives and stores the attendance records after successful transfer.</a:t>
            </a:r>
          </a:p>
        </p:txBody>
      </p:sp>
    </p:spTree>
    <p:extLst>
      <p:ext uri="{BB962C8B-B14F-4D97-AF65-F5344CB8AC3E}">
        <p14:creationId xmlns:p14="http://schemas.microsoft.com/office/powerpoint/2010/main" val="275958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63EC7E-7A5A-9505-5908-AD82AD29CCE7}"/>
              </a:ext>
            </a:extLst>
          </p:cNvPr>
          <p:cNvSpPr txBox="1"/>
          <p:nvPr/>
        </p:nvSpPr>
        <p:spPr>
          <a:xfrm>
            <a:off x="3048000" y="34648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IN" sz="3200" b="1" dirty="0">
                <a:latin typeface="Aptos" panose="020B0004020202020204" pitchFamily="34" charset="0"/>
              </a:rPr>
              <a:t>MODULE 3: C INTEGRATION USING WIRESHARK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72BFF-82FF-1ED5-CCC8-2B5A19DF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DB8753-1E47-A22D-5378-832EE00B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CC115A-4E3F-BD7C-CD86-0EFEE43A4ECA}"/>
              </a:ext>
            </a:extLst>
          </p:cNvPr>
          <p:cNvSpPr txBox="1"/>
          <p:nvPr/>
        </p:nvSpPr>
        <p:spPr>
          <a:xfrm>
            <a:off x="1021327" y="1563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DE8-C156-1B17-A2C5-88B1FA3E0CF9}"/>
              </a:ext>
            </a:extLst>
          </p:cNvPr>
          <p:cNvSpPr txBox="1"/>
          <p:nvPr/>
        </p:nvSpPr>
        <p:spPr>
          <a:xfrm>
            <a:off x="1061648" y="1668813"/>
            <a:ext cx="100687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Data Integrity Verification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C program is developed to </a:t>
            </a:r>
            <a:r>
              <a:rPr lang="en-IN" sz="2400" b="1" dirty="0">
                <a:latin typeface="Aptos Display" panose="020B0004020202020204" pitchFamily="34" charset="0"/>
              </a:rPr>
              <a:t>verify the integrity of transferred attendance files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 checksum is calculated for the original attendance file.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received file is checked against the </a:t>
            </a:r>
            <a:r>
              <a:rPr lang="en-IN" sz="2400" b="1" dirty="0">
                <a:latin typeface="Aptos Display" panose="020B0004020202020204" pitchFamily="34" charset="0"/>
              </a:rPr>
              <a:t>original checksum value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Transmission errors are simulated by </a:t>
            </a:r>
            <a:r>
              <a:rPr lang="en-IN" sz="2400" b="1" dirty="0">
                <a:latin typeface="Aptos Display" panose="020B0004020202020204" pitchFamily="34" charset="0"/>
              </a:rPr>
              <a:t>flipping a byte in the received file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Matching checksums indicate that the file is </a:t>
            </a:r>
            <a:r>
              <a:rPr lang="en-IN" sz="2400" b="1" dirty="0">
                <a:latin typeface="Aptos Display" panose="020B0004020202020204" pitchFamily="34" charset="0"/>
              </a:rPr>
              <a:t>intact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Different checksum values indicate that the file has been </a:t>
            </a:r>
            <a:r>
              <a:rPr lang="en-IN" sz="2400" b="1" dirty="0">
                <a:latin typeface="Aptos Display" panose="020B0004020202020204" pitchFamily="34" charset="0"/>
              </a:rPr>
              <a:t>corrupted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Wireshark can be used to observe the </a:t>
            </a:r>
            <a:r>
              <a:rPr lang="en-IN" sz="2400" b="1" dirty="0">
                <a:latin typeface="Aptos Display" panose="020B0004020202020204" pitchFamily="34" charset="0"/>
              </a:rPr>
              <a:t>network packets involved in data transfer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This module ensures that corrupted attendance records are </a:t>
            </a:r>
            <a:r>
              <a:rPr lang="en-IN" sz="2400" b="1" dirty="0">
                <a:latin typeface="Aptos Display" panose="020B0004020202020204" pitchFamily="34" charset="0"/>
              </a:rPr>
              <a:t>detected before being accepted</a:t>
            </a:r>
            <a:r>
              <a:rPr lang="en-IN" sz="2000" dirty="0"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747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8F44F3-E4E6-1961-8618-1964D5F86C83}"/>
              </a:ext>
            </a:extLst>
          </p:cNvPr>
          <p:cNvSpPr txBox="1"/>
          <p:nvPr/>
        </p:nvSpPr>
        <p:spPr>
          <a:xfrm>
            <a:off x="3048000" y="3230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Aptos" panose="020B0004020202020204" pitchFamily="34" charset="0"/>
              </a:rPr>
              <a:t>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FAD9F-3D01-A124-59B0-6FC93B3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A56E61-2A15-50D0-9989-88506BBD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A5724A-C7B9-04C0-2EFB-2908895C630E}"/>
              </a:ext>
            </a:extLst>
          </p:cNvPr>
          <p:cNvSpPr txBox="1"/>
          <p:nvPr/>
        </p:nvSpPr>
        <p:spPr>
          <a:xfrm>
            <a:off x="1104899" y="1512002"/>
            <a:ext cx="98561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System Performance and Verification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Cisco topology successfully provides connectivity between </a:t>
            </a:r>
            <a:r>
              <a:rPr lang="en-IN" sz="2400" b="1" dirty="0">
                <a:latin typeface="Aptos Display" panose="020B0004020202020204" pitchFamily="34" charset="0"/>
              </a:rPr>
              <a:t>classrooms and the central server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Python program successfully transfers attendance records using </a:t>
            </a:r>
            <a:r>
              <a:rPr lang="en-IN" sz="2400" b="1" dirty="0">
                <a:latin typeface="Aptos Display" panose="020B0004020202020204" pitchFamily="34" charset="0"/>
              </a:rPr>
              <a:t>socket communication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Attendance data is transmitted in a structured </a:t>
            </a:r>
            <a:r>
              <a:rPr lang="en-IN" sz="2400" b="1" dirty="0">
                <a:latin typeface="Aptos Display" panose="020B0004020202020204" pitchFamily="34" charset="0"/>
              </a:rPr>
              <a:t>CSV format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C checksum program successfully detects </a:t>
            </a:r>
            <a:r>
              <a:rPr lang="en-IN" sz="2400" b="1" dirty="0">
                <a:latin typeface="Aptos Display" panose="020B0004020202020204" pitchFamily="34" charset="0"/>
              </a:rPr>
              <a:t>intact and corrupted files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 Display" panose="020B0004020202020204" pitchFamily="34" charset="0"/>
              </a:rPr>
              <a:t>10 test cases</a:t>
            </a:r>
            <a:r>
              <a:rPr lang="en-IN" sz="2400" dirty="0">
                <a:latin typeface="Aptos Display" panose="020B0004020202020204" pitchFamily="34" charset="0"/>
              </a:rPr>
              <a:t> were performed for integrity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 Display" panose="020B0004020202020204" pitchFamily="34" charset="0"/>
              </a:rPr>
              <a:t>5 intact files</a:t>
            </a:r>
            <a:r>
              <a:rPr lang="en-IN" sz="2400" dirty="0">
                <a:latin typeface="Aptos Display" panose="020B0004020202020204" pitchFamily="34" charset="0"/>
              </a:rPr>
              <a:t> were correctly identified as PASS.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 Display" panose="020B0004020202020204" pitchFamily="34" charset="0"/>
              </a:rPr>
              <a:t>5 corrupted files</a:t>
            </a:r>
            <a:r>
              <a:rPr lang="en-IN" sz="2400" dirty="0">
                <a:latin typeface="Aptos Display" panose="020B0004020202020204" pitchFamily="34" charset="0"/>
              </a:rPr>
              <a:t> were correctly identified as FAIL.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 Display" panose="020B0004020202020204" pitchFamily="34" charset="0"/>
              </a:rPr>
              <a:t>10/10 test cases were correctly detected</a:t>
            </a:r>
            <a:r>
              <a:rPr lang="en-IN" sz="2400" dirty="0">
                <a:latin typeface="Aptos Display" panose="020B0004020202020204" pitchFamily="34" charset="0"/>
              </a:rPr>
              <a:t>, achieving </a:t>
            </a:r>
            <a:r>
              <a:rPr lang="en-IN" sz="2400" b="1" dirty="0">
                <a:latin typeface="Aptos Display" panose="020B0004020202020204" pitchFamily="34" charset="0"/>
              </a:rPr>
              <a:t>100% integrity detection reliability</a:t>
            </a:r>
            <a:r>
              <a:rPr lang="en-IN" sz="2400" dirty="0">
                <a:latin typeface="Aptos Display" panose="020B0004020202020204" pitchFamily="34" charset="0"/>
              </a:rPr>
              <a:t> in the conducted test.</a:t>
            </a:r>
          </a:p>
        </p:txBody>
      </p:sp>
    </p:spTree>
    <p:extLst>
      <p:ext uri="{BB962C8B-B14F-4D97-AF65-F5344CB8AC3E}">
        <p14:creationId xmlns:p14="http://schemas.microsoft.com/office/powerpoint/2010/main" val="287850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C1D117-3E85-5845-4ED5-D8C7F080C683}"/>
              </a:ext>
            </a:extLst>
          </p:cNvPr>
          <p:cNvSpPr txBox="1"/>
          <p:nvPr/>
        </p:nvSpPr>
        <p:spPr>
          <a:xfrm>
            <a:off x="3048000" y="27618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Aptos" panose="020B0004020202020204" pitchFamily="34" charset="0"/>
              </a:rPr>
              <a:t>CONCLUSION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25EF8-70B5-B1D8-8B32-CD1E99B1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B34F6-85C6-9487-161D-3DB860D6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D5A12B-45E8-C474-52CB-0011ACF03A78}"/>
              </a:ext>
            </a:extLst>
          </p:cNvPr>
          <p:cNvSpPr txBox="1"/>
          <p:nvPr/>
        </p:nvSpPr>
        <p:spPr>
          <a:xfrm>
            <a:off x="1540170" y="1646544"/>
            <a:ext cx="91116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project successfully demonstrates an </a:t>
            </a:r>
            <a:r>
              <a:rPr lang="en-IN" sz="2400" b="1" dirty="0">
                <a:latin typeface="Aptos Display" panose="020B0004020202020204" pitchFamily="34" charset="0"/>
              </a:rPr>
              <a:t>automated classroom attendance data transfer system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Cisco Packet Tracer provides the required </a:t>
            </a:r>
            <a:r>
              <a:rPr lang="en-IN" sz="2400" b="1" dirty="0">
                <a:latin typeface="Aptos Display" panose="020B0004020202020204" pitchFamily="34" charset="0"/>
              </a:rPr>
              <a:t>network infrastructure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Python socket programming enables </a:t>
            </a:r>
            <a:r>
              <a:rPr lang="en-IN" sz="2400" b="1" dirty="0">
                <a:latin typeface="Aptos Display" panose="020B0004020202020204" pitchFamily="34" charset="0"/>
              </a:rPr>
              <a:t>automatic attendance record transmission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C-based checksum verification identifies </a:t>
            </a:r>
            <a:r>
              <a:rPr lang="en-IN" sz="2400" b="1" dirty="0">
                <a:latin typeface="Aptos Display" panose="020B0004020202020204" pitchFamily="34" charset="0"/>
              </a:rPr>
              <a:t>data corruption during transfer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Wireshark helps in </a:t>
            </a:r>
            <a:r>
              <a:rPr lang="en-IN" sz="2400" b="1" dirty="0">
                <a:latin typeface="Aptos Display" panose="020B0004020202020204" pitchFamily="34" charset="0"/>
              </a:rPr>
              <a:t>monitoring and verifying network communication</a:t>
            </a:r>
            <a:r>
              <a:rPr lang="en-IN" sz="2400" dirty="0">
                <a:latin typeface="Aptos Display" panose="020B000402020202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The integration of these technologies improves the </a:t>
            </a:r>
            <a:r>
              <a:rPr lang="en-IN" sz="2400" b="1" dirty="0">
                <a:latin typeface="Aptos Display" panose="020B0004020202020204" pitchFamily="34" charset="0"/>
              </a:rPr>
              <a:t>reliability, accuracy and efficiency</a:t>
            </a:r>
            <a:r>
              <a:rPr lang="en-IN" sz="2400" dirty="0">
                <a:latin typeface="Aptos Display" panose="020B0004020202020204" pitchFamily="34" charset="0"/>
              </a:rPr>
              <a:t> of attendance management</a:t>
            </a:r>
          </a:p>
        </p:txBody>
      </p:sp>
    </p:spTree>
    <p:extLst>
      <p:ext uri="{BB962C8B-B14F-4D97-AF65-F5344CB8AC3E}">
        <p14:creationId xmlns:p14="http://schemas.microsoft.com/office/powerpoint/2010/main" val="327727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55C37-1C49-55D8-D227-D543215FEF71}"/>
              </a:ext>
            </a:extLst>
          </p:cNvPr>
          <p:cNvSpPr txBox="1"/>
          <p:nvPr/>
        </p:nvSpPr>
        <p:spPr>
          <a:xfrm>
            <a:off x="3048000" y="183535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ptos" panose="020B0004020202020204" pitchFamily="34" charset="0"/>
              </a:rPr>
              <a:t>THANK YOU 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F85B7-5972-DE04-3EC6-2B603AB1D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" y="97954"/>
            <a:ext cx="846901" cy="1006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1EF7E-74FD-3628-0A51-4A4A2718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782" y="120182"/>
            <a:ext cx="1084590" cy="9618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269F47-9A31-8231-164E-6E2AAE6FAEEE}"/>
              </a:ext>
            </a:extLst>
          </p:cNvPr>
          <p:cNvSpPr txBox="1"/>
          <p:nvPr/>
        </p:nvSpPr>
        <p:spPr>
          <a:xfrm>
            <a:off x="2297723" y="3037675"/>
            <a:ext cx="7473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OPEN FOR QUESTIONS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58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838</Words>
  <Application>Microsoft Office PowerPoint</Application>
  <PresentationFormat>Widescreen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Roboto Bold</vt:lpstr>
      <vt:lpstr>Raleway</vt:lpstr>
      <vt:lpstr>Aptos Display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Giridhar</dc:creator>
  <cp:lastModifiedBy>Pv Giridhar</cp:lastModifiedBy>
  <cp:revision>3</cp:revision>
  <dcterms:created xsi:type="dcterms:W3CDTF">2026-09-01T17:33:49Z</dcterms:created>
  <dcterms:modified xsi:type="dcterms:W3CDTF">2026-09-03T12:40:23Z</dcterms:modified>
</cp:coreProperties>
</file>